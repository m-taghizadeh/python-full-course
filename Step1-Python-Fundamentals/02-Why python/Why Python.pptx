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3" r:id="rId3"/>
    <p:sldId id="259" r:id="rId4"/>
    <p:sldId id="265" r:id="rId5"/>
    <p:sldId id="266" r:id="rId6"/>
    <p:sldId id="268" r:id="rId7"/>
    <p:sldId id="270" r:id="rId8"/>
    <p:sldId id="262" r:id="rId9"/>
    <p:sldId id="269" r:id="rId10"/>
    <p:sldId id="267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78" y="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676585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529536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759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 userDrawn="1"/>
        </p:nvSpPr>
        <p:spPr>
          <a:xfrm>
            <a:off x="10002672" y="6533094"/>
            <a:ext cx="24975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</a:rPr>
              <a:t>www.Daneshjooyar.com</a:t>
            </a:r>
          </a:p>
        </p:txBody>
      </p:sp>
    </p:spTree>
    <p:extLst>
      <p:ext uri="{BB962C8B-B14F-4D97-AF65-F5344CB8AC3E}">
        <p14:creationId xmlns:p14="http://schemas.microsoft.com/office/powerpoint/2010/main" val="3312445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 userDrawn="1"/>
        </p:nvSpPr>
        <p:spPr>
          <a:xfrm>
            <a:off x="10002672" y="6533094"/>
            <a:ext cx="24975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</a:rPr>
              <a:t>www.Daneshjooyar.com</a:t>
            </a:r>
          </a:p>
        </p:txBody>
      </p:sp>
    </p:spTree>
    <p:extLst>
      <p:ext uri="{BB962C8B-B14F-4D97-AF65-F5344CB8AC3E}">
        <p14:creationId xmlns:p14="http://schemas.microsoft.com/office/powerpoint/2010/main" val="23588471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6555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24018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28B585-852A-4789-85C1-7D4A68CA7E6C}" type="datetimeFigureOut">
              <a:rPr lang="en-US" smtClean="0"/>
              <a:pPr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5B28FE-00E3-4C10-B04A-542385DE717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744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gif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jpe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jp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print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6798366" y="538828"/>
            <a:ext cx="5005846" cy="955675"/>
          </a:xfrm>
        </p:spPr>
        <p:txBody>
          <a:bodyPr>
            <a:normAutofit fontScale="90000"/>
          </a:bodyPr>
          <a:lstStyle/>
          <a:p>
            <a:pPr algn="r"/>
            <a:r>
              <a:rPr lang="fa-IR" sz="3200" dirty="0">
                <a:solidFill>
                  <a:schemeClr val="bg1"/>
                </a:solidFill>
                <a:cs typeface="B Titr" panose="00000700000000000000" pitchFamily="2" charset="-78"/>
              </a:rPr>
              <a:t>دوره ی برنامه نویسی با زبان پایتون</a:t>
            </a:r>
            <a:endParaRPr lang="en-US" sz="2000" dirty="0">
              <a:solidFill>
                <a:schemeClr val="bg1"/>
              </a:solidFill>
              <a:cs typeface="B Titr" panose="00000700000000000000" pitchFamily="2" charset="-78"/>
            </a:endParaRP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5269155" y="1772799"/>
            <a:ext cx="6535057" cy="7180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fa-IR" sz="2400" dirty="0">
                <a:solidFill>
                  <a:schemeClr val="bg1"/>
                </a:solidFill>
                <a:cs typeface="B Nazanin" panose="00000400000000000000" pitchFamily="2" charset="-78"/>
              </a:rPr>
              <a:t>نام مدرس :</a:t>
            </a:r>
            <a:r>
              <a:rPr lang="fa-IR" sz="2800" dirty="0">
                <a:solidFill>
                  <a:schemeClr val="bg1"/>
                </a:solidFill>
                <a:cs typeface="B Nazanin" panose="00000400000000000000" pitchFamily="2" charset="-78"/>
              </a:rPr>
              <a:t> </a:t>
            </a:r>
            <a:r>
              <a:rPr lang="fa-IR" sz="2400" dirty="0">
                <a:solidFill>
                  <a:schemeClr val="bg1"/>
                </a:solidFill>
                <a:cs typeface="B Nazanin" panose="00000400000000000000" pitchFamily="2" charset="-78"/>
              </a:rPr>
              <a:t>محمد تقی زاده</a:t>
            </a:r>
            <a:endParaRPr lang="en-US" sz="2400" dirty="0">
              <a:solidFill>
                <a:schemeClr val="bg1"/>
              </a:solidFill>
              <a:cs typeface="B Nazanin" panose="00000400000000000000" pitchFamily="2" charset="-78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248332" y="6560390"/>
            <a:ext cx="24975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www.Daneshjooyar.com</a:t>
            </a:r>
          </a:p>
        </p:txBody>
      </p:sp>
      <p:sp>
        <p:nvSpPr>
          <p:cNvPr id="9" name="Subtitle 2"/>
          <p:cNvSpPr txBox="1">
            <a:spLocks/>
          </p:cNvSpPr>
          <p:nvPr/>
        </p:nvSpPr>
        <p:spPr>
          <a:xfrm>
            <a:off x="5871441" y="3994150"/>
            <a:ext cx="10058400" cy="408480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bg1"/>
                </a:solidFill>
              </a:rPr>
              <a:t>http://M-Taghizadeh.ir</a:t>
            </a:r>
          </a:p>
          <a:p>
            <a:r>
              <a:rPr lang="en-US" sz="1600" dirty="0">
                <a:solidFill>
                  <a:schemeClr val="bg1"/>
                </a:solidFill>
              </a:rPr>
              <a:t>Taghizadeh.mhmd@gmail.com</a:t>
            </a:r>
          </a:p>
          <a:p>
            <a:endParaRPr lang="en-US" sz="600" dirty="0">
              <a:solidFill>
                <a:schemeClr val="bg1"/>
              </a:solidFill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5655366" y="538828"/>
            <a:ext cx="114300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335971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print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248332" y="6560390"/>
            <a:ext cx="24975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www.Daneshjooyar.com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6932" y="6550223"/>
            <a:ext cx="24975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M-Taghizadeh.ir</a:t>
            </a:r>
          </a:p>
          <a:p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7" name="Title 1"/>
          <p:cNvSpPr txBox="1">
            <a:spLocks/>
          </p:cNvSpPr>
          <p:nvPr/>
        </p:nvSpPr>
        <p:spPr>
          <a:xfrm>
            <a:off x="-217714" y="219515"/>
            <a:ext cx="2950496" cy="955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3200" b="1" dirty="0">
                <a:solidFill>
                  <a:schemeClr val="bg1"/>
                </a:solidFill>
                <a:cs typeface="B Titr" panose="00000700000000000000" pitchFamily="2" charset="-78"/>
              </a:rPr>
              <a:t>Python History?</a:t>
            </a:r>
            <a:endParaRPr lang="en-US" sz="2000" b="1" dirty="0">
              <a:solidFill>
                <a:schemeClr val="bg1"/>
              </a:solidFill>
              <a:cs typeface="B Titr" panose="00000700000000000000" pitchFamily="2" charset="-78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0833" y="1175190"/>
            <a:ext cx="7808599" cy="5205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5505023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print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248332" y="6560390"/>
            <a:ext cx="24975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www.Daneshjooyar.com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6932" y="6550223"/>
            <a:ext cx="24975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M-Taghizadeh.ir</a:t>
            </a:r>
          </a:p>
          <a:p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7" name="Title 1"/>
          <p:cNvSpPr txBox="1">
            <a:spLocks/>
          </p:cNvSpPr>
          <p:nvPr/>
        </p:nvSpPr>
        <p:spPr>
          <a:xfrm>
            <a:off x="-537029" y="248543"/>
            <a:ext cx="2965011" cy="955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3200" b="1" dirty="0">
                <a:solidFill>
                  <a:schemeClr val="bg1"/>
                </a:solidFill>
                <a:cs typeface="B Titr" panose="00000700000000000000" pitchFamily="2" charset="-78"/>
              </a:rPr>
              <a:t>Why Python?</a:t>
            </a:r>
            <a:endParaRPr lang="en-US" sz="2000" b="1" dirty="0">
              <a:solidFill>
                <a:schemeClr val="bg1"/>
              </a:solidFill>
              <a:cs typeface="B Titr" panose="00000700000000000000" pitchFamily="2" charset="-78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2201" y="1087239"/>
            <a:ext cx="6710319" cy="2549921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324407"/>
            <a:ext cx="12192000" cy="3028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1428033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print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248332" y="6560390"/>
            <a:ext cx="24975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www.Daneshjooyar.com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6932" y="6550223"/>
            <a:ext cx="24975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M-Taghizadeh.ir</a:t>
            </a:r>
          </a:p>
          <a:p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7" name="Title 1"/>
          <p:cNvSpPr txBox="1">
            <a:spLocks/>
          </p:cNvSpPr>
          <p:nvPr/>
        </p:nvSpPr>
        <p:spPr>
          <a:xfrm>
            <a:off x="-736600" y="168715"/>
            <a:ext cx="4673600" cy="955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800" b="1" dirty="0">
                <a:solidFill>
                  <a:schemeClr val="bg1"/>
                </a:solidFill>
                <a:cs typeface="B Titr" panose="00000700000000000000" pitchFamily="2" charset="-78"/>
              </a:rPr>
              <a:t>Popularity and Community</a:t>
            </a:r>
          </a:p>
        </p:txBody>
      </p:sp>
      <p:pic>
        <p:nvPicPr>
          <p:cNvPr id="8" name="Picture 7" descr="C:\Users\Zanis\AppData\Local\Microsoft\Windows\INetCache\Content.Word\Screenshot (472).png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2300" y="1536700"/>
            <a:ext cx="8282781" cy="45053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39763526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print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248332" y="6560390"/>
            <a:ext cx="24975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www.Daneshjooyar.com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6932" y="6550223"/>
            <a:ext cx="24975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M-Taghizadeh.ir</a:t>
            </a:r>
          </a:p>
          <a:p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7" name="Title 1"/>
          <p:cNvSpPr txBox="1">
            <a:spLocks/>
          </p:cNvSpPr>
          <p:nvPr/>
        </p:nvSpPr>
        <p:spPr>
          <a:xfrm>
            <a:off x="-477079" y="0"/>
            <a:ext cx="4671392" cy="1245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3200" b="1" dirty="0">
                <a:solidFill>
                  <a:schemeClr val="bg1"/>
                </a:solidFill>
                <a:cs typeface="B Titr" panose="00000700000000000000" pitchFamily="2" charset="-78"/>
              </a:rPr>
              <a:t>Python Beginner Friendly</a:t>
            </a:r>
            <a:endParaRPr lang="en-US" sz="2000" b="1" dirty="0">
              <a:solidFill>
                <a:schemeClr val="bg1"/>
              </a:solidFill>
              <a:cs typeface="B Titr" panose="00000700000000000000" pitchFamily="2" charset="-78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9970" y="1391694"/>
            <a:ext cx="6073080" cy="4534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488129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print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248332" y="6560390"/>
            <a:ext cx="24975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www.Daneshjooyar.com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6932" y="6550223"/>
            <a:ext cx="24975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M-Taghizadeh.ir</a:t>
            </a:r>
          </a:p>
          <a:p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7" name="Title 1"/>
          <p:cNvSpPr txBox="1">
            <a:spLocks/>
          </p:cNvSpPr>
          <p:nvPr/>
        </p:nvSpPr>
        <p:spPr>
          <a:xfrm>
            <a:off x="-477079" y="0"/>
            <a:ext cx="3397049" cy="1245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3200" b="1" dirty="0">
                <a:solidFill>
                  <a:schemeClr val="bg1"/>
                </a:solidFill>
                <a:cs typeface="B Titr" panose="00000700000000000000" pitchFamily="2" charset="-78"/>
              </a:rPr>
              <a:t>Python Packages</a:t>
            </a:r>
            <a:endParaRPr lang="en-US" sz="2000" b="1" dirty="0">
              <a:solidFill>
                <a:schemeClr val="bg1"/>
              </a:solidFill>
              <a:cs typeface="B Titr" panose="00000700000000000000" pitchFamily="2" charset="-78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9868" y="1747815"/>
            <a:ext cx="2916927" cy="1523491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2824" y="4126185"/>
            <a:ext cx="2054087" cy="2054087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0317" y="1470829"/>
            <a:ext cx="1691365" cy="228540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9760" y="1404660"/>
            <a:ext cx="1680210" cy="24892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2350" y="5067894"/>
            <a:ext cx="2743200" cy="809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61319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print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248332" y="6560390"/>
            <a:ext cx="24975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www.Daneshjooyar.com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6932" y="6550223"/>
            <a:ext cx="24975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M-Taghizadeh.ir</a:t>
            </a:r>
          </a:p>
          <a:p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7" name="Title 1"/>
          <p:cNvSpPr txBox="1">
            <a:spLocks/>
          </p:cNvSpPr>
          <p:nvPr/>
        </p:nvSpPr>
        <p:spPr>
          <a:xfrm>
            <a:off x="0" y="0"/>
            <a:ext cx="3893379" cy="1245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3200" b="1" dirty="0">
                <a:solidFill>
                  <a:schemeClr val="bg1"/>
                </a:solidFill>
                <a:cs typeface="B Titr" panose="00000700000000000000" pitchFamily="2" charset="-78"/>
              </a:rPr>
              <a:t>Python Packages for AI</a:t>
            </a:r>
            <a:endParaRPr lang="en-US" sz="2000" b="1" dirty="0">
              <a:solidFill>
                <a:schemeClr val="bg1"/>
              </a:solidFill>
              <a:cs typeface="B Titr" panose="00000700000000000000" pitchFamily="2" charset="-78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7127" y="4082236"/>
            <a:ext cx="3389938" cy="1824917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7340" y="1503969"/>
            <a:ext cx="3149512" cy="1771600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8055" y="3221569"/>
            <a:ext cx="4041589" cy="1101333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7599" y="4705638"/>
            <a:ext cx="3782537" cy="1096936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231" y="1338929"/>
            <a:ext cx="3346915" cy="1882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689532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print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 txBox="1">
            <a:spLocks/>
          </p:cNvSpPr>
          <p:nvPr/>
        </p:nvSpPr>
        <p:spPr>
          <a:xfrm>
            <a:off x="-217714" y="219515"/>
            <a:ext cx="2950496" cy="955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3200" b="1" dirty="0">
                <a:solidFill>
                  <a:schemeClr val="bg1"/>
                </a:solidFill>
                <a:cs typeface="B Titr" panose="00000700000000000000" pitchFamily="2" charset="-78"/>
              </a:rPr>
              <a:t>Python Versions</a:t>
            </a:r>
            <a:endParaRPr lang="en-US" sz="2000" b="1" dirty="0">
              <a:solidFill>
                <a:schemeClr val="bg1"/>
              </a:solidFill>
              <a:cs typeface="B Titr" panose="00000700000000000000" pitchFamily="2" charset="-78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8700" y="1964650"/>
            <a:ext cx="7810500" cy="3373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168891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print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248332" y="6560390"/>
            <a:ext cx="24975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www.Daneshjooyar.com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6932" y="6550223"/>
            <a:ext cx="24975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M-Taghizadeh.ir</a:t>
            </a:r>
          </a:p>
          <a:p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7" name="Title 1"/>
          <p:cNvSpPr txBox="1">
            <a:spLocks/>
          </p:cNvSpPr>
          <p:nvPr/>
        </p:nvSpPr>
        <p:spPr>
          <a:xfrm>
            <a:off x="-217714" y="219515"/>
            <a:ext cx="2950496" cy="955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3200" b="1" dirty="0">
                <a:solidFill>
                  <a:schemeClr val="bg1"/>
                </a:solidFill>
                <a:cs typeface="B Titr" panose="00000700000000000000" pitchFamily="2" charset="-78"/>
              </a:rPr>
              <a:t>Python IDES</a:t>
            </a:r>
            <a:endParaRPr lang="en-US" sz="2000" b="1" dirty="0">
              <a:solidFill>
                <a:schemeClr val="bg1"/>
              </a:solidFill>
              <a:cs typeface="B Titr" panose="00000700000000000000" pitchFamily="2" charset="-78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0520" y="2432050"/>
            <a:ext cx="2141438" cy="214143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1958" y="3026519"/>
            <a:ext cx="2543175" cy="9525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489" y="2489200"/>
            <a:ext cx="2084288" cy="2084288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48332" y="2684090"/>
            <a:ext cx="1679575" cy="167957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6785" y="2684090"/>
            <a:ext cx="2979638" cy="1489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463177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print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300" y="1539737"/>
            <a:ext cx="10439400" cy="4533900"/>
          </a:xfrm>
          <a:prstGeom prst="rect">
            <a:avLst/>
          </a:prstGeom>
        </p:spPr>
      </p:pic>
      <p:sp>
        <p:nvSpPr>
          <p:cNvPr id="11" name="Title 1"/>
          <p:cNvSpPr txBox="1">
            <a:spLocks/>
          </p:cNvSpPr>
          <p:nvPr/>
        </p:nvSpPr>
        <p:spPr>
          <a:xfrm>
            <a:off x="0" y="140002"/>
            <a:ext cx="3954827" cy="955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3200" b="1" dirty="0">
                <a:solidFill>
                  <a:schemeClr val="bg1"/>
                </a:solidFill>
                <a:cs typeface="B Titr" panose="00000700000000000000" pitchFamily="2" charset="-78"/>
              </a:rPr>
              <a:t>Compiler vs Interpreter</a:t>
            </a:r>
            <a:endParaRPr lang="en-US" sz="2000" b="1" dirty="0">
              <a:solidFill>
                <a:schemeClr val="bg1"/>
              </a:solidFill>
              <a:cs typeface="B Titr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020550755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361</TotalTime>
  <Words>111</Words>
  <Application>Microsoft Office PowerPoint</Application>
  <PresentationFormat>Widescreen</PresentationFormat>
  <Paragraphs>28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B Nazanin</vt:lpstr>
      <vt:lpstr>B Titr</vt:lpstr>
      <vt:lpstr>Calibri</vt:lpstr>
      <vt:lpstr>Calibri Light</vt:lpstr>
      <vt:lpstr>Office Theme</vt:lpstr>
      <vt:lpstr>دوره ی برنامه نویسی با زبان پایتون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negan</dc:creator>
  <cp:lastModifiedBy>EA</cp:lastModifiedBy>
  <cp:revision>42</cp:revision>
  <dcterms:created xsi:type="dcterms:W3CDTF">2017-01-04T09:37:23Z</dcterms:created>
  <dcterms:modified xsi:type="dcterms:W3CDTF">2025-12-16T07:33:31Z</dcterms:modified>
</cp:coreProperties>
</file>